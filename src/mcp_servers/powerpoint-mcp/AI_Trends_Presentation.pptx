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Before Implementation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120</c:v>
                </c:pt>
                <c:pt idx="2">
                  <c:v>110</c:v>
                </c:pt>
                <c:pt idx="3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After Implementation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</c:v>
                </c:pt>
                <c:pt idx="1">
                  <c:v>170</c:v>
                </c:pt>
                <c:pt idx="2">
                  <c:v>160</c:v>
                </c:pt>
                <c:pt idx="3">
                  <c:v>190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AI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Business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Executive Summary 2. Current Situation 3. Analysis &amp; Insights 4.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Recommendations 5.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Key Performance Indicators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457200" y="1188720"/>
            <a:ext cx="2011680" cy="201168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FFFFFF"/>
                </a:solidFill>
                <a:latin typeface="Segoe UI"/>
              </a:rPr>
              <a:t>Customer Satisfaction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2926080" y="1188720"/>
            <a:ext cx="2011680" cy="201168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$2.4M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Annual Revenue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5394960" y="1188720"/>
            <a:ext cx="2011680" cy="201168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New Customers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100" b="1" i="0" u="sng">
                <a:solidFill>
                  <a:srgbClr val="0078D7"/>
                </a:solidFill>
                <a:latin typeface="Segoe UI"/>
              </a:rPr>
              <a:t>Current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Overview of AI Trends: • Current status • Key challenges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Market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Strengths: • Advantage 1 • Advantage 2 • Advantage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Opportunities: • Opportunity 1 • Opportunity 2 • Opportunity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Performance Comparison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3886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800600" y="1371600"/>
          <a:ext cx="3886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669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 u="none">
                <a:solidFill>
                  <a:srgbClr val="00B0F0"/>
                </a:solidFill>
                <a:latin typeface="Segoe UI"/>
              </a:rPr>
              <a:t>35% average improvement across all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